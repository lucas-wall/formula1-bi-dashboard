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4"/>
  </p:notesMasterIdLst>
  <p:sldIdLst>
    <p:sldId id="282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562"/>
    <a:srgbClr val="343432"/>
    <a:srgbClr val="F0D787"/>
    <a:srgbClr val="00D2BE"/>
    <a:srgbClr val="FF8700"/>
    <a:srgbClr val="333333"/>
    <a:srgbClr val="D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86180-3BCA-4C9D-8B85-8767B95F3749}" type="datetimeFigureOut">
              <a:rPr lang="pt-BR" smtClean="0"/>
              <a:t>25/11/2024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DC3DF-8AC5-45D2-8E1C-1B19C374B5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67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g11a27d4059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7" name="Google Shape;2737;g11a27d4059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3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423267" y="4329261"/>
            <a:ext cx="5560400" cy="821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423267" y="1556800"/>
            <a:ext cx="2873200" cy="2314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423267" y="5280267"/>
            <a:ext cx="5560400" cy="385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562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00733" y="1536633"/>
            <a:ext cx="9031200" cy="4555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8392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2118101" y="4561633"/>
            <a:ext cx="4218000" cy="1364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6477209" y="4561633"/>
            <a:ext cx="4218000" cy="1364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3173901" y="3778433"/>
            <a:ext cx="2106400" cy="470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7533009" y="3778433"/>
            <a:ext cx="2106400" cy="470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9827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919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7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5425200" y="1973133"/>
            <a:ext cx="5806800" cy="3401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571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8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14933" y="1254867"/>
            <a:ext cx="7904000" cy="3875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14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480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9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6761667" y="1970884"/>
            <a:ext cx="4470400" cy="1701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6761667" y="3788784"/>
            <a:ext cx="4470400" cy="1435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966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92">
              <a:alpha val="391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7450000" y="1607960"/>
            <a:ext cx="3546000" cy="1422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exend Deca Medium"/>
              <a:buNone/>
              <a:defRPr sz="30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6075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11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3202833" y="1773551"/>
            <a:ext cx="7638000" cy="2188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4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ubTitle" idx="1"/>
          </p:nvPr>
        </p:nvSpPr>
        <p:spPr>
          <a:xfrm>
            <a:off x="3202833" y="4134184"/>
            <a:ext cx="6466800" cy="37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35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3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3713851" y="26132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2"/>
          </p:nvPr>
        </p:nvSpPr>
        <p:spPr>
          <a:xfrm>
            <a:off x="3713851" y="20998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8280767" y="26132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4"/>
          </p:nvPr>
        </p:nvSpPr>
        <p:spPr>
          <a:xfrm>
            <a:off x="8280767" y="20998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3713851" y="48134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3713851" y="43000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7"/>
          </p:nvPr>
        </p:nvSpPr>
        <p:spPr>
          <a:xfrm>
            <a:off x="8280767" y="4813467"/>
            <a:ext cx="2646400" cy="101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8280767" y="4300000"/>
            <a:ext cx="26464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hasCustomPrompt="1"/>
          </p:nvPr>
        </p:nvSpPr>
        <p:spPr>
          <a:xfrm>
            <a:off x="2222617" y="20998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9" hasCustomPrompt="1"/>
          </p:nvPr>
        </p:nvSpPr>
        <p:spPr>
          <a:xfrm>
            <a:off x="6789567" y="20998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3" hasCustomPrompt="1"/>
          </p:nvPr>
        </p:nvSpPr>
        <p:spPr>
          <a:xfrm>
            <a:off x="2222617" y="43000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>
            <a:off x="6789567" y="4300000"/>
            <a:ext cx="128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03488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14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1"/>
          </p:nvPr>
        </p:nvSpPr>
        <p:spPr>
          <a:xfrm>
            <a:off x="3202833" y="1707423"/>
            <a:ext cx="7545200" cy="241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2"/>
          </p:nvPr>
        </p:nvSpPr>
        <p:spPr>
          <a:xfrm>
            <a:off x="3202833" y="4426156"/>
            <a:ext cx="5393600" cy="50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5611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5791033" y="2040700"/>
            <a:ext cx="5296800" cy="121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5791033" y="3566933"/>
            <a:ext cx="3998800" cy="1481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8369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2200733" y="1536633"/>
            <a:ext cx="9031200" cy="1511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82283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"/>
          </p:nvPr>
        </p:nvSpPr>
        <p:spPr>
          <a:xfrm>
            <a:off x="4468467" y="22795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2"/>
          </p:nvPr>
        </p:nvSpPr>
        <p:spPr>
          <a:xfrm>
            <a:off x="4468467" y="1807767"/>
            <a:ext cx="26208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3"/>
          </p:nvPr>
        </p:nvSpPr>
        <p:spPr>
          <a:xfrm>
            <a:off x="4468467" y="37076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4"/>
          </p:nvPr>
        </p:nvSpPr>
        <p:spPr>
          <a:xfrm>
            <a:off x="4468467" y="3235867"/>
            <a:ext cx="26208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5"/>
          </p:nvPr>
        </p:nvSpPr>
        <p:spPr>
          <a:xfrm>
            <a:off x="4468467" y="51357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6"/>
          </p:nvPr>
        </p:nvSpPr>
        <p:spPr>
          <a:xfrm>
            <a:off x="4468467" y="4663967"/>
            <a:ext cx="26208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68260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1"/>
          </p:nvPr>
        </p:nvSpPr>
        <p:spPr>
          <a:xfrm>
            <a:off x="3510667" y="26132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2"/>
          </p:nvPr>
        </p:nvSpPr>
        <p:spPr>
          <a:xfrm>
            <a:off x="3510668" y="20998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3"/>
          </p:nvPr>
        </p:nvSpPr>
        <p:spPr>
          <a:xfrm>
            <a:off x="8229332" y="26132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4"/>
          </p:nvPr>
        </p:nvSpPr>
        <p:spPr>
          <a:xfrm>
            <a:off x="8229333" y="20998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5"/>
          </p:nvPr>
        </p:nvSpPr>
        <p:spPr>
          <a:xfrm>
            <a:off x="3510667" y="48134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6"/>
          </p:nvPr>
        </p:nvSpPr>
        <p:spPr>
          <a:xfrm>
            <a:off x="3510668" y="43000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7"/>
          </p:nvPr>
        </p:nvSpPr>
        <p:spPr>
          <a:xfrm>
            <a:off x="8229332" y="4813467"/>
            <a:ext cx="3002800" cy="74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8"/>
          </p:nvPr>
        </p:nvSpPr>
        <p:spPr>
          <a:xfrm>
            <a:off x="8229333" y="4300000"/>
            <a:ext cx="1875200" cy="55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10689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8036400" y="2279500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2"/>
          </p:nvPr>
        </p:nvSpPr>
        <p:spPr>
          <a:xfrm>
            <a:off x="8036400" y="180776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3"/>
          </p:nvPr>
        </p:nvSpPr>
        <p:spPr>
          <a:xfrm>
            <a:off x="8036400" y="3653833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4"/>
          </p:nvPr>
        </p:nvSpPr>
        <p:spPr>
          <a:xfrm>
            <a:off x="8036400" y="3182096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5"/>
          </p:nvPr>
        </p:nvSpPr>
        <p:spPr>
          <a:xfrm>
            <a:off x="8036400" y="5028167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ubTitle" idx="6"/>
          </p:nvPr>
        </p:nvSpPr>
        <p:spPr>
          <a:xfrm>
            <a:off x="8036400" y="4556429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subTitle" idx="7"/>
          </p:nvPr>
        </p:nvSpPr>
        <p:spPr>
          <a:xfrm>
            <a:off x="3225533" y="2279500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8"/>
          </p:nvPr>
        </p:nvSpPr>
        <p:spPr>
          <a:xfrm>
            <a:off x="3225533" y="180776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9"/>
          </p:nvPr>
        </p:nvSpPr>
        <p:spPr>
          <a:xfrm>
            <a:off x="3225533" y="3653833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13"/>
          </p:nvPr>
        </p:nvSpPr>
        <p:spPr>
          <a:xfrm>
            <a:off x="3225533" y="3182096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subTitle" idx="14"/>
          </p:nvPr>
        </p:nvSpPr>
        <p:spPr>
          <a:xfrm>
            <a:off x="3225533" y="5028167"/>
            <a:ext cx="31956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ubTitle" idx="15"/>
          </p:nvPr>
        </p:nvSpPr>
        <p:spPr>
          <a:xfrm>
            <a:off x="3225533" y="4556429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929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1"/>
          </p:nvPr>
        </p:nvSpPr>
        <p:spPr>
          <a:xfrm>
            <a:off x="5797084" y="22795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2"/>
          </p:nvPr>
        </p:nvSpPr>
        <p:spPr>
          <a:xfrm>
            <a:off x="5797095" y="1807767"/>
            <a:ext cx="22080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3"/>
          </p:nvPr>
        </p:nvSpPr>
        <p:spPr>
          <a:xfrm>
            <a:off x="5797084" y="37076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4"/>
          </p:nvPr>
        </p:nvSpPr>
        <p:spPr>
          <a:xfrm>
            <a:off x="5797095" y="3235867"/>
            <a:ext cx="22080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5"/>
          </p:nvPr>
        </p:nvSpPr>
        <p:spPr>
          <a:xfrm>
            <a:off x="5797084" y="5135700"/>
            <a:ext cx="5004800" cy="6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6"/>
          </p:nvPr>
        </p:nvSpPr>
        <p:spPr>
          <a:xfrm>
            <a:off x="5797095" y="4663967"/>
            <a:ext cx="22080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0"/>
          <p:cNvSpPr txBox="1">
            <a:spLocks noGrp="1"/>
          </p:cNvSpPr>
          <p:nvPr>
            <p:ph type="title" idx="7" hasCustomPrompt="1"/>
          </p:nvPr>
        </p:nvSpPr>
        <p:spPr>
          <a:xfrm>
            <a:off x="2464984" y="1860867"/>
            <a:ext cx="301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 idx="8" hasCustomPrompt="1"/>
          </p:nvPr>
        </p:nvSpPr>
        <p:spPr>
          <a:xfrm>
            <a:off x="2464984" y="3270184"/>
            <a:ext cx="301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 idx="9" hasCustomPrompt="1"/>
          </p:nvPr>
        </p:nvSpPr>
        <p:spPr>
          <a:xfrm>
            <a:off x="2464984" y="4679500"/>
            <a:ext cx="3012400" cy="67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173614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3733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2792295" y="2102520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2"/>
          </p:nvPr>
        </p:nvSpPr>
        <p:spPr>
          <a:xfrm>
            <a:off x="2792295" y="16750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3"/>
          </p:nvPr>
        </p:nvSpPr>
        <p:spPr>
          <a:xfrm>
            <a:off x="7622695" y="2102520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4"/>
          </p:nvPr>
        </p:nvSpPr>
        <p:spPr>
          <a:xfrm>
            <a:off x="7622695" y="16750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5"/>
          </p:nvPr>
        </p:nvSpPr>
        <p:spPr>
          <a:xfrm>
            <a:off x="2792295" y="30299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6"/>
          </p:nvPr>
        </p:nvSpPr>
        <p:spPr>
          <a:xfrm>
            <a:off x="2792295" y="26024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7"/>
          </p:nvPr>
        </p:nvSpPr>
        <p:spPr>
          <a:xfrm>
            <a:off x="7622695" y="30299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8"/>
          </p:nvPr>
        </p:nvSpPr>
        <p:spPr>
          <a:xfrm>
            <a:off x="7622695" y="26024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ubTitle" idx="9"/>
          </p:nvPr>
        </p:nvSpPr>
        <p:spPr>
          <a:xfrm>
            <a:off x="2792295" y="3957453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13"/>
          </p:nvPr>
        </p:nvSpPr>
        <p:spPr>
          <a:xfrm>
            <a:off x="2792295" y="3529960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4"/>
          </p:nvPr>
        </p:nvSpPr>
        <p:spPr>
          <a:xfrm>
            <a:off x="7622695" y="3957453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5"/>
          </p:nvPr>
        </p:nvSpPr>
        <p:spPr>
          <a:xfrm>
            <a:off x="7622695" y="3529960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ubTitle" idx="16"/>
          </p:nvPr>
        </p:nvSpPr>
        <p:spPr>
          <a:xfrm>
            <a:off x="2792295" y="4884919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7"/>
          </p:nvPr>
        </p:nvSpPr>
        <p:spPr>
          <a:xfrm>
            <a:off x="2792295" y="44574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subTitle" idx="18"/>
          </p:nvPr>
        </p:nvSpPr>
        <p:spPr>
          <a:xfrm>
            <a:off x="7622695" y="4884919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19"/>
          </p:nvPr>
        </p:nvSpPr>
        <p:spPr>
          <a:xfrm>
            <a:off x="7622695" y="4457427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20"/>
          </p:nvPr>
        </p:nvSpPr>
        <p:spPr>
          <a:xfrm>
            <a:off x="2792295" y="58123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21"/>
          </p:nvPr>
        </p:nvSpPr>
        <p:spPr>
          <a:xfrm>
            <a:off x="2792295" y="53848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2"/>
          </p:nvPr>
        </p:nvSpPr>
        <p:spPr>
          <a:xfrm>
            <a:off x="7622695" y="5812387"/>
            <a:ext cx="3195600" cy="36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23"/>
          </p:nvPr>
        </p:nvSpPr>
        <p:spPr>
          <a:xfrm>
            <a:off x="7622695" y="5384893"/>
            <a:ext cx="3195600" cy="407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title" idx="24" hasCustomPrompt="1"/>
          </p:nvPr>
        </p:nvSpPr>
        <p:spPr>
          <a:xfrm>
            <a:off x="1501295" y="1775600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6" name="Google Shape;166;p21"/>
          <p:cNvSpPr txBox="1">
            <a:spLocks noGrp="1"/>
          </p:cNvSpPr>
          <p:nvPr>
            <p:ph type="title" idx="25" hasCustomPrompt="1"/>
          </p:nvPr>
        </p:nvSpPr>
        <p:spPr>
          <a:xfrm>
            <a:off x="1501295" y="270351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 idx="26" hasCustomPrompt="1"/>
          </p:nvPr>
        </p:nvSpPr>
        <p:spPr>
          <a:xfrm>
            <a:off x="1501295" y="3631433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8" name="Google Shape;168;p21"/>
          <p:cNvSpPr txBox="1">
            <a:spLocks noGrp="1"/>
          </p:cNvSpPr>
          <p:nvPr>
            <p:ph type="title" idx="27" hasCustomPrompt="1"/>
          </p:nvPr>
        </p:nvSpPr>
        <p:spPr>
          <a:xfrm>
            <a:off x="1501295" y="4559351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 idx="28" hasCustomPrompt="1"/>
          </p:nvPr>
        </p:nvSpPr>
        <p:spPr>
          <a:xfrm>
            <a:off x="1501295" y="548726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0" name="Google Shape;170;p21"/>
          <p:cNvSpPr txBox="1">
            <a:spLocks noGrp="1"/>
          </p:cNvSpPr>
          <p:nvPr>
            <p:ph type="title" idx="29" hasCustomPrompt="1"/>
          </p:nvPr>
        </p:nvSpPr>
        <p:spPr>
          <a:xfrm>
            <a:off x="6340295" y="1775600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1"/>
          <p:cNvSpPr txBox="1">
            <a:spLocks noGrp="1"/>
          </p:cNvSpPr>
          <p:nvPr>
            <p:ph type="title" idx="30" hasCustomPrompt="1"/>
          </p:nvPr>
        </p:nvSpPr>
        <p:spPr>
          <a:xfrm>
            <a:off x="6340295" y="270351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2" name="Google Shape;172;p21"/>
          <p:cNvSpPr txBox="1">
            <a:spLocks noGrp="1"/>
          </p:cNvSpPr>
          <p:nvPr>
            <p:ph type="title" idx="31" hasCustomPrompt="1"/>
          </p:nvPr>
        </p:nvSpPr>
        <p:spPr>
          <a:xfrm>
            <a:off x="6340295" y="3631433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3" name="Google Shape;173;p21"/>
          <p:cNvSpPr txBox="1">
            <a:spLocks noGrp="1"/>
          </p:cNvSpPr>
          <p:nvPr>
            <p:ph type="title" idx="32" hasCustomPrompt="1"/>
          </p:nvPr>
        </p:nvSpPr>
        <p:spPr>
          <a:xfrm>
            <a:off x="6340295" y="4559351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4" name="Google Shape;174;p21"/>
          <p:cNvSpPr txBox="1">
            <a:spLocks noGrp="1"/>
          </p:cNvSpPr>
          <p:nvPr>
            <p:ph type="title" idx="33" hasCustomPrompt="1"/>
          </p:nvPr>
        </p:nvSpPr>
        <p:spPr>
          <a:xfrm>
            <a:off x="6340295" y="5487267"/>
            <a:ext cx="1282400" cy="5864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88408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" name="Google Shape;177;p22"/>
          <p:cNvSpPr txBox="1">
            <a:spLocks noGrp="1"/>
          </p:cNvSpPr>
          <p:nvPr>
            <p:ph type="ctrTitle"/>
          </p:nvPr>
        </p:nvSpPr>
        <p:spPr>
          <a:xfrm>
            <a:off x="3499000" y="1427917"/>
            <a:ext cx="5682800" cy="1096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1"/>
          </p:nvPr>
        </p:nvSpPr>
        <p:spPr>
          <a:xfrm>
            <a:off x="3499000" y="3194800"/>
            <a:ext cx="5682800" cy="100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 rot="-5400000">
            <a:off x="-1270233" y="2282467"/>
            <a:ext cx="5876000" cy="2288800"/>
          </a:xfrm>
          <a:prstGeom prst="round2SameRect">
            <a:avLst>
              <a:gd name="adj1" fmla="val 2036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2"/>
          </p:nvPr>
        </p:nvSpPr>
        <p:spPr>
          <a:xfrm>
            <a:off x="3499000" y="2657956"/>
            <a:ext cx="5682800" cy="479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solidFill>
                  <a:schemeClr val="lt2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Deca Medium"/>
              <a:buNone/>
              <a:defRPr sz="2667"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3499000" y="5108967"/>
            <a:ext cx="5961200" cy="6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, and includes icons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333" b="1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 </a:t>
            </a:r>
            <a:r>
              <a:rPr lang="en" sz="1333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rPr>
              <a:t>and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Metrophobic"/>
                <a:ea typeface="Metrophobic"/>
                <a:cs typeface="Metrophobic"/>
                <a:sym typeface="Metrophobic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333" b="1">
              <a:solidFill>
                <a:schemeClr val="dk1"/>
              </a:solidFill>
              <a:latin typeface="Metrophobic"/>
              <a:ea typeface="Metrophobic"/>
              <a:cs typeface="Metrophobic"/>
              <a:sym typeface="Metrophobic"/>
            </a:endParaRPr>
          </a:p>
        </p:txBody>
      </p:sp>
    </p:spTree>
    <p:extLst>
      <p:ext uri="{BB962C8B-B14F-4D97-AF65-F5344CB8AC3E}">
        <p14:creationId xmlns:p14="http://schemas.microsoft.com/office/powerpoint/2010/main" val="1455717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" name="Google Shape;184;p23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629233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>
            <a:off x="520367" y="489567"/>
            <a:ext cx="11215600" cy="5878800"/>
          </a:xfrm>
          <a:prstGeom prst="roundRect">
            <a:avLst>
              <a:gd name="adj" fmla="val 7484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" name="Google Shape;187;p24"/>
          <p:cNvSpPr/>
          <p:nvPr/>
        </p:nvSpPr>
        <p:spPr>
          <a:xfrm rot="-5400000">
            <a:off x="-1850633" y="2862867"/>
            <a:ext cx="5876000" cy="1128000"/>
          </a:xfrm>
          <a:prstGeom prst="round2SameRect">
            <a:avLst>
              <a:gd name="adj1" fmla="val 3857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81447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613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79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saturation sat="0"/>
                    </a14:imgEffect>
                    <a14:imgEffect>
                      <a14:brightnessContrast bright="-71000" contrast="-15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64467" y="720000"/>
            <a:ext cx="8567600" cy="6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 Medium"/>
              <a:buNone/>
              <a:defRPr sz="2800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●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○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trophobic"/>
              <a:buChar char="■"/>
              <a:defRPr sz="1600">
                <a:solidFill>
                  <a:schemeClr val="dk1"/>
                </a:solidFill>
                <a:latin typeface="Metrophobic"/>
                <a:ea typeface="Metrophobic"/>
                <a:cs typeface="Metrophobic"/>
                <a:sym typeface="Metrophob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04927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-71000" contrast="-15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81732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x" algn="tl"/>
        </a:blipFill>
        <a:effectLst/>
      </p:bgPr>
    </p:bg>
    <p:spTree>
      <p:nvGrpSpPr>
        <p:cNvPr id="1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C2F8161-32E8-4D61-BBA6-5F5CD6CE127F}"/>
              </a:ext>
            </a:extLst>
          </p:cNvPr>
          <p:cNvSpPr/>
          <p:nvPr/>
        </p:nvSpPr>
        <p:spPr>
          <a:xfrm>
            <a:off x="183032" y="177783"/>
            <a:ext cx="11833200" cy="6498000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00000">
                <a:schemeClr val="tx1">
                  <a:alpha val="48000"/>
                </a:schemeClr>
              </a:gs>
              <a:gs pos="100000">
                <a:srgbClr val="999FAA">
                  <a:alpha val="91000"/>
                </a:srgbClr>
              </a:gs>
              <a:gs pos="100000">
                <a:schemeClr val="accent3">
                  <a:lumMod val="75000"/>
                </a:schemeClr>
              </a:gs>
              <a:gs pos="100000">
                <a:schemeClr val="accent3">
                  <a:lumMod val="75000"/>
                </a:schemeClr>
              </a:gs>
              <a:gs pos="100000">
                <a:schemeClr val="accent3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rgbClr val="2B4562"/>
                </a:gs>
                <a:gs pos="0">
                  <a:srgbClr val="2B4562"/>
                </a:gs>
                <a:gs pos="100000">
                  <a:srgbClr val="2B456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F5EDE4C-3805-4E0F-8870-967E460C732E}"/>
              </a:ext>
            </a:extLst>
          </p:cNvPr>
          <p:cNvSpPr/>
          <p:nvPr/>
        </p:nvSpPr>
        <p:spPr>
          <a:xfrm>
            <a:off x="291181" y="827633"/>
            <a:ext cx="4356000" cy="1566257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DC0000">
                  <a:alpha val="90000"/>
                </a:srgbClr>
              </a:gs>
              <a:gs pos="81000">
                <a:srgbClr val="DC0000">
                  <a:alpha val="20000"/>
                </a:srgbClr>
              </a:gs>
            </a:gsLst>
            <a:lin ang="4200000" scaled="0"/>
            <a:tileRect/>
          </a:gradFill>
          <a:ln>
            <a:gradFill>
              <a:gsLst>
                <a:gs pos="0">
                  <a:srgbClr val="2B4562">
                    <a:alpha val="70000"/>
                    <a:lumMod val="100000"/>
                  </a:srgbClr>
                </a:gs>
                <a:gs pos="100000">
                  <a:srgbClr val="2B4562">
                    <a:alpha val="20000"/>
                  </a:srgbClr>
                </a:gs>
              </a:gsLst>
              <a:lin ang="5400000" scaled="1"/>
            </a:gradFill>
          </a:ln>
          <a:effectLst>
            <a:glow>
              <a:srgbClr val="2B4562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B1189D39-00D0-48BF-8E86-F890DC61F96A}"/>
              </a:ext>
            </a:extLst>
          </p:cNvPr>
          <p:cNvSpPr/>
          <p:nvPr/>
        </p:nvSpPr>
        <p:spPr>
          <a:xfrm>
            <a:off x="291184" y="4176453"/>
            <a:ext cx="7152740" cy="2391178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343432">
                  <a:alpha val="57000"/>
                  <a:lumMod val="20000"/>
                </a:srgbClr>
              </a:gs>
              <a:gs pos="81000">
                <a:srgbClr val="343432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0">
                  <a:srgbClr val="2B4562">
                    <a:alpha val="70000"/>
                  </a:srgbClr>
                </a:gs>
                <a:gs pos="100000">
                  <a:srgbClr val="2B4562">
                    <a:alpha val="2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9D8576EA-C129-4D3C-8138-66F4C903E649}"/>
              </a:ext>
            </a:extLst>
          </p:cNvPr>
          <p:cNvSpPr/>
          <p:nvPr/>
        </p:nvSpPr>
        <p:spPr>
          <a:xfrm>
            <a:off x="291180" y="285935"/>
            <a:ext cx="11616899" cy="504092"/>
          </a:xfrm>
          <a:prstGeom prst="roundRect">
            <a:avLst>
              <a:gd name="adj" fmla="val 34535"/>
            </a:avLst>
          </a:prstGeom>
          <a:gradFill flip="none" rotWithShape="1">
            <a:gsLst>
              <a:gs pos="16000">
                <a:srgbClr val="333333"/>
              </a:gs>
              <a:gs pos="81000">
                <a:srgbClr val="333333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 dirty="0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782C3151-9710-488A-AF79-029744F939ED}"/>
              </a:ext>
            </a:extLst>
          </p:cNvPr>
          <p:cNvSpPr/>
          <p:nvPr/>
        </p:nvSpPr>
        <p:spPr>
          <a:xfrm>
            <a:off x="291183" y="2502042"/>
            <a:ext cx="4355998" cy="1566257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343432">
                  <a:alpha val="57000"/>
                  <a:lumMod val="20000"/>
                </a:srgbClr>
              </a:gs>
              <a:gs pos="81000">
                <a:srgbClr val="343432">
                  <a:alpha val="90000"/>
                  <a:lumMod val="20000"/>
                </a:srgbClr>
              </a:gs>
            </a:gsLst>
            <a:lin ang="2700000" scaled="1"/>
            <a:tileRect/>
          </a:gradFill>
          <a:ln>
            <a:gradFill>
              <a:gsLst>
                <a:gs pos="100000">
                  <a:srgbClr val="2B4562">
                    <a:alpha val="20000"/>
                  </a:srgbClr>
                </a:gs>
                <a:gs pos="0">
                  <a:srgbClr val="2B4562">
                    <a:alpha val="7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9" y="79440"/>
            <a:ext cx="796411" cy="917081"/>
          </a:xfrm>
          <a:prstGeom prst="rect">
            <a:avLst/>
          </a:prstGeom>
        </p:spPr>
      </p:pic>
      <p:sp>
        <p:nvSpPr>
          <p:cNvPr id="15" name="Retângulo: Cantos Arredondados 52">
            <a:extLst>
              <a:ext uri="{FF2B5EF4-FFF2-40B4-BE49-F238E27FC236}">
                <a16:creationId xmlns:a16="http://schemas.microsoft.com/office/drawing/2014/main" id="{4F5EDE4C-3805-4E0F-8870-967E460C732E}"/>
              </a:ext>
            </a:extLst>
          </p:cNvPr>
          <p:cNvSpPr/>
          <p:nvPr/>
        </p:nvSpPr>
        <p:spPr>
          <a:xfrm>
            <a:off x="4749629" y="827631"/>
            <a:ext cx="2700000" cy="3240668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F0D787">
                  <a:alpha val="69804"/>
                  <a:lumMod val="100000"/>
                </a:srgbClr>
              </a:gs>
              <a:gs pos="81000">
                <a:srgbClr val="F0D787">
                  <a:alpha val="50000"/>
                  <a:lumMod val="20000"/>
                </a:srgbClr>
              </a:gs>
            </a:gsLst>
            <a:lin ang="4200000" scaled="0"/>
            <a:tileRect/>
          </a:gradFill>
          <a:ln>
            <a:gradFill>
              <a:gsLst>
                <a:gs pos="100000">
                  <a:srgbClr val="2B4562">
                    <a:alpha val="20000"/>
                  </a:srgbClr>
                </a:gs>
                <a:gs pos="0">
                  <a:srgbClr val="2B4562">
                    <a:alpha val="7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  <p:sp>
        <p:nvSpPr>
          <p:cNvPr id="17" name="Retângulo: Cantos Arredondados 52">
            <a:extLst>
              <a:ext uri="{FF2B5EF4-FFF2-40B4-BE49-F238E27FC236}">
                <a16:creationId xmlns:a16="http://schemas.microsoft.com/office/drawing/2014/main" id="{4F5EDE4C-3805-4E0F-8870-967E460C732E}"/>
              </a:ext>
            </a:extLst>
          </p:cNvPr>
          <p:cNvSpPr/>
          <p:nvPr/>
        </p:nvSpPr>
        <p:spPr>
          <a:xfrm>
            <a:off x="7552077" y="827631"/>
            <a:ext cx="4356002" cy="5740000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16000">
                <a:srgbClr val="343432">
                  <a:alpha val="69804"/>
                </a:srgbClr>
              </a:gs>
              <a:gs pos="81000">
                <a:srgbClr val="343432">
                  <a:alpha val="80000"/>
                </a:srgbClr>
              </a:gs>
            </a:gsLst>
            <a:lin ang="4200000" scaled="0"/>
            <a:tileRect/>
          </a:gradFill>
          <a:ln>
            <a:gradFill>
              <a:gsLst>
                <a:gs pos="100000">
                  <a:srgbClr val="2B4562">
                    <a:alpha val="20000"/>
                  </a:srgbClr>
                </a:gs>
                <a:gs pos="0">
                  <a:srgbClr val="2B4562">
                    <a:alpha val="7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6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ic Subject for High School: Sharing Our Music Playlists! by Slidesgo">
  <a:themeElements>
    <a:clrScheme name="Simple Light">
      <a:dk1>
        <a:srgbClr val="FFFFFF"/>
      </a:dk1>
      <a:lt1>
        <a:srgbClr val="353445"/>
      </a:lt1>
      <a:dk2>
        <a:srgbClr val="FF6A92"/>
      </a:dk2>
      <a:lt2>
        <a:srgbClr val="00B76C"/>
      </a:lt2>
      <a:accent1>
        <a:srgbClr val="FFB600"/>
      </a:accent1>
      <a:accent2>
        <a:srgbClr val="282733"/>
      </a:accent2>
      <a:accent3>
        <a:srgbClr val="DCDEE2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Music Subject for High School_ Sharing Our Music Playlists! by Slidesgo</Template>
  <TotalTime>138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Lexend Deca Medium</vt:lpstr>
      <vt:lpstr>Metrophobic</vt:lpstr>
      <vt:lpstr>Proxima Nova</vt:lpstr>
      <vt:lpstr>Music Subject for High School: Sharing Our Music Playlists! by Slidesgo</vt:lpstr>
      <vt:lpstr>Slidesgo Final Pages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Wall</dc:creator>
  <cp:lastModifiedBy>Lucas Leandro Wall Bruno</cp:lastModifiedBy>
  <cp:revision>8</cp:revision>
  <dcterms:created xsi:type="dcterms:W3CDTF">2024-01-05T14:36:24Z</dcterms:created>
  <dcterms:modified xsi:type="dcterms:W3CDTF">2024-11-25T18:04:48Z</dcterms:modified>
</cp:coreProperties>
</file>